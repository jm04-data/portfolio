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B202F-2EE7-4CAC-BE8D-18E8170E7F12}" v="8" dt="2026-05-01T17:11:31.504"/>
    <p1510:client id="{861277C5-D0FB-4D8A-BFAF-16E9E05D60E8}" v="2" dt="2026-05-01T06:37:35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E9279-BC6A-48E6-B812-405675D915D1}" type="datetimeFigureOut"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8A5B1-BDDB-430B-97B4-004259175E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6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76200"/>
            <a:ext cx="9144000" cy="5657850"/>
          </a:xfrm>
          <a:prstGeom prst="rect">
            <a:avLst/>
          </a:prstGeom>
          <a:gradFill rotWithShape="1">
            <a:gsLst>
              <a:gs pos="0">
                <a:srgbClr val="0F172A">
                  <a:alpha val="94000"/>
                </a:srgbClr>
              </a:gs>
              <a:gs pos="40000">
                <a:srgbClr val="0F172A">
                  <a:alpha val="88000"/>
                </a:srgbClr>
              </a:gs>
              <a:gs pos="100000">
                <a:srgbClr val="0F172A">
                  <a:alpha val="75000"/>
                </a:srgbClr>
              </a:gs>
            </a:gsLst>
            <a:lin ang="2700000" scaled="1"/>
          </a:gradFill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• Excel • C++ • Data Cleaning • Technical Support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62700" y="76200"/>
            <a:ext cx="2781300" cy="2715220"/>
          </a:xfrm>
          <a:prstGeom prst="ellipse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648420"/>
            <a:ext cx="2500610" cy="2500610"/>
          </a:xfrm>
          <a:prstGeom prst="ellipse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" y="76200"/>
            <a:ext cx="9067800" cy="2917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304800"/>
            <a:ext cx="28575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304800"/>
            <a:ext cx="13841" cy="28575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63310" y="4705350"/>
            <a:ext cx="13841" cy="28575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91550" y="4977110"/>
            <a:ext cx="28575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150495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77170" y="1719560"/>
            <a:ext cx="228600" cy="7590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90900" y="1671489"/>
            <a:ext cx="298674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30" b="1" kern="0" spc="17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PORTFOLIO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05810" y="1719560"/>
            <a:ext cx="228600" cy="7590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01388" y="2239862"/>
            <a:ext cx="4080510" cy="51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405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Joshua</a:t>
            </a:r>
            <a:r>
              <a:rPr lang="en-US" sz="4050" b="1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0900" y="2612380"/>
            <a:ext cx="8572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0900" y="2759273"/>
            <a:ext cx="4400550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| Technical Support | Junior Developer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0900" y="3162300"/>
            <a:ext cx="128141" cy="12814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562350" y="3166914"/>
            <a:ext cx="133539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90" kern="0" spc="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DETAIL-ORIENTED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76800" y="3162300"/>
            <a:ext cx="7590" cy="128141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4941" y="3162300"/>
            <a:ext cx="128141" cy="12814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76391" y="3166914"/>
            <a:ext cx="1021065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90" kern="0" spc="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TECH-SAVVY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05091" y="3162300"/>
            <a:ext cx="7590" cy="128141"/>
          </a:xfrm>
          <a:prstGeom prst="rect">
            <a:avLst/>
          </a:prstGeom>
          <a:solidFill>
            <a:srgbClr val="38BDF8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4720" y="3162300"/>
            <a:ext cx="128141" cy="12814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06170" y="3166914"/>
            <a:ext cx="133539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90" kern="0" spc="6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RESULTS-DRIVEN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90900" y="3551783"/>
            <a:ext cx="4558367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10" kern="0" spc="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Excel • C++ • Data Cleaning • Technical Support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0900" y="3861941"/>
            <a:ext cx="128141" cy="12814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62350" y="3866704"/>
            <a:ext cx="188595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90" kern="0" spc="6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STROUDSBURG, PA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b="53873"/>
          <a:stretch/>
        </p:blipFill>
        <p:spPr>
          <a:xfrm>
            <a:off x="1148060" y="1362670"/>
            <a:ext cx="1572220" cy="1572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34200" y="76200"/>
            <a:ext cx="2209800" cy="2000250"/>
          </a:xfrm>
          <a:prstGeom prst="ellipse">
            <a:avLst/>
          </a:prstGeom>
          <a:solidFill>
            <a:srgbClr val="38BDF8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04950" y="3861941"/>
            <a:ext cx="1785491" cy="1281559"/>
          </a:xfrm>
          <a:prstGeom prst="ellipse">
            <a:avLst/>
          </a:prstGeom>
          <a:solidFill>
            <a:srgbClr val="38BDF8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" y="76200"/>
            <a:ext cx="43160" cy="506730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1170" y="1219200"/>
            <a:ext cx="857250" cy="857250"/>
          </a:xfrm>
          <a:prstGeom prst="ellipse">
            <a:avLst/>
          </a:prstGeom>
          <a:noFill/>
          <a:ln w="19050">
            <a:solidFill>
              <a:srgbClr val="B0BEC5"/>
            </a:solidFill>
          </a:ln>
          <a:effectLst>
            <a:outerShdw blurRad="57150" dist="50800" dir="162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b="53873"/>
          <a:stretch/>
        </p:blipFill>
        <p:spPr>
          <a:xfrm>
            <a:off x="811411" y="1240780"/>
            <a:ext cx="813941" cy="8139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9362" y="2291060"/>
            <a:ext cx="2043767" cy="66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48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About 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4441" y="2776091"/>
            <a:ext cx="42922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3680" y="2981920"/>
            <a:ext cx="1895130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my background, skills, and what drives me forward.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05670" y="647700"/>
            <a:ext cx="7590" cy="4000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BD5E1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05410" y="848320"/>
            <a:ext cx="6029920" cy="60692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 w="9525">
            <a:solidFill>
              <a:srgbClr val="000000">
                <a:alpha val="4000"/>
              </a:srgbClr>
            </a:solidFill>
          </a:ln>
          <a:effectLst>
            <a:outerShdw blurRad="21590" dist="50800" dir="162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933700" y="990600"/>
            <a:ext cx="328910" cy="328910"/>
          </a:xfrm>
          <a:prstGeom prst="roundRect">
            <a:avLst>
              <a:gd name="adj" fmla="val 26256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4010" y="1083171"/>
            <a:ext cx="135880" cy="135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0900" y="963662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Detail-oriented and motivated professional pursuing opportunities in data entry,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90900" y="1154162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support, and entry-level software development.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05410" y="1554361"/>
            <a:ext cx="6029920" cy="60692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 w="9525">
            <a:solidFill>
              <a:srgbClr val="000000">
                <a:alpha val="4000"/>
              </a:srgbClr>
            </a:solidFill>
          </a:ln>
          <a:effectLst>
            <a:outerShdw blurRad="21590" dist="50800" dir="162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33700" y="1697980"/>
            <a:ext cx="328910" cy="328910"/>
          </a:xfrm>
          <a:prstGeom prst="roundRect">
            <a:avLst>
              <a:gd name="adj" fmla="val 26256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34010" y="1790700"/>
            <a:ext cx="135880" cy="135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90900" y="1671042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hands-on experience working with Excel, Python, C++, and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390900" y="1861542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organization through personal and academic projects.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805410" y="2261741"/>
            <a:ext cx="6029920" cy="60692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 w="9525">
            <a:solidFill>
              <a:srgbClr val="000000">
                <a:alpha val="4000"/>
              </a:srgbClr>
            </a:solidFill>
          </a:ln>
          <a:effectLst>
            <a:outerShdw blurRad="21590" dist="50800" dir="162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2933700" y="2405360"/>
            <a:ext cx="328910" cy="328910"/>
          </a:xfrm>
          <a:prstGeom prst="roundRect">
            <a:avLst>
              <a:gd name="adj" fmla="val 26256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4010" y="2498080"/>
            <a:ext cx="135880" cy="135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90900" y="2378571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enjoy solving problems, improving processes, and using technology to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390900" y="2569071"/>
            <a:ext cx="58156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efficient solutions while continuing to expand my technical skills.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2805410" y="2969121"/>
            <a:ext cx="6029920" cy="60692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 w="9525">
            <a:solidFill>
              <a:srgbClr val="000000">
                <a:alpha val="4000"/>
              </a:srgbClr>
            </a:solidFill>
          </a:ln>
          <a:effectLst>
            <a:outerShdw blurRad="21590" dist="50800" dir="162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2933700" y="3112740"/>
            <a:ext cx="328910" cy="328910"/>
          </a:xfrm>
          <a:prstGeom prst="roundRect">
            <a:avLst>
              <a:gd name="adj" fmla="val 26256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4010" y="3205460"/>
            <a:ext cx="135880" cy="135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90900" y="3185666"/>
            <a:ext cx="5815667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enrolled in BloomTech Full Stack Web Development program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2805410" y="3676650"/>
            <a:ext cx="6029920" cy="606921"/>
          </a:xfrm>
          <a:prstGeom prst="roundRect">
            <a:avLst>
              <a:gd name="adj" fmla="val 16531"/>
            </a:avLst>
          </a:prstGeom>
          <a:solidFill>
            <a:srgbClr val="FFFFFF"/>
          </a:solidFill>
          <a:ln w="9525">
            <a:solidFill>
              <a:srgbClr val="000000">
                <a:alpha val="4000"/>
              </a:srgbClr>
            </a:solidFill>
          </a:ln>
          <a:effectLst>
            <a:outerShdw blurRad="21590" dist="50800" dir="16200000" algn="bl" rotWithShape="0">
              <a:srgbClr val="000000">
                <a:alpha val="4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2933700" y="3820120"/>
            <a:ext cx="328910" cy="328910"/>
          </a:xfrm>
          <a:prstGeom prst="roundRect">
            <a:avLst>
              <a:gd name="adj" fmla="val 26256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4010" y="3912840"/>
            <a:ext cx="135880" cy="135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90900" y="3893046"/>
            <a:ext cx="5815667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Bilingual: English (native) and Spanish (conversational)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92785" y="361950"/>
            <a:ext cx="9689559" cy="44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40"/>
              </a:lnSpc>
              <a:buNone/>
            </a:pPr>
            <a:r>
              <a:rPr lang="en-US" sz="23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 Experience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33441" y="897880"/>
            <a:ext cx="42922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34210" y="1290191"/>
            <a:ext cx="21580" cy="314325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362670"/>
            <a:ext cx="3743920" cy="1929110"/>
          </a:xfrm>
          <a:prstGeom prst="roundRect">
            <a:avLst>
              <a:gd name="adj" fmla="val 4477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0990" y="1368921"/>
            <a:ext cx="29170" cy="191512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8691" y="150495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411" y="1597521"/>
            <a:ext cx="135880" cy="135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8060" y="1495127"/>
            <a:ext cx="2978393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23410" y="1733550"/>
            <a:ext cx="2514341" cy="200620"/>
          </a:xfrm>
          <a:prstGeom prst="roundRect">
            <a:avLst>
              <a:gd name="adj" fmla="val 215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HANDLER / WAREHOUSE ASSOCIATE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210" y="1768971"/>
            <a:ext cx="135880" cy="13588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170" y="2062460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6610" y="2047726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hundreds of packages daily in a fast-paced warehouse environment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170" y="2348210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6610" y="2333476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high accuracy when scanning, sorting, and tracking shipments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170" y="2633960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76610" y="2603153"/>
            <a:ext cx="345757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strict productivity goals while ensuring quality and safety standards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1170" y="2919710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76610" y="2962126"/>
            <a:ext cx="34575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effectively with team members under tight deadlines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020270" y="3077170"/>
            <a:ext cx="3743920" cy="1499741"/>
          </a:xfrm>
          <a:prstGeom prst="roundRect">
            <a:avLst>
              <a:gd name="adj" fmla="val 5758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5026521" y="3083421"/>
            <a:ext cx="29170" cy="14859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5205710" y="321945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8430" y="3312021"/>
            <a:ext cx="135880" cy="135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33591" y="3209627"/>
            <a:ext cx="2986742" cy="220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4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Community Volunteer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620942" y="3448050"/>
            <a:ext cx="1290188" cy="200620"/>
          </a:xfrm>
          <a:prstGeom prst="roundRect">
            <a:avLst>
              <a:gd name="adj" fmla="val 2152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SUPPORT</a:t>
            </a:r>
            <a:endParaRPr lang="en-US" sz="12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90741" y="3483471"/>
            <a:ext cx="135880" cy="135880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76850" y="3776960"/>
            <a:ext cx="114300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462141" y="3811339"/>
            <a:ext cx="34575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with event organization and community outreach initiatives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6850" y="4062710"/>
            <a:ext cx="114300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462141" y="4097089"/>
            <a:ext cx="34575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data collection and administrative support tasks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269730" y="1575941"/>
            <a:ext cx="372070" cy="13841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1"/>
          <p:cNvSpPr/>
          <p:nvPr/>
        </p:nvSpPr>
        <p:spPr>
          <a:xfrm>
            <a:off x="4648200" y="3362920"/>
            <a:ext cx="372070" cy="13841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2"/>
          <p:cNvSpPr/>
          <p:nvPr/>
        </p:nvSpPr>
        <p:spPr>
          <a:xfrm>
            <a:off x="4626471" y="2219920"/>
            <a:ext cx="43160" cy="43160"/>
          </a:xfrm>
          <a:prstGeom prst="ellipse">
            <a:avLst/>
          </a:prstGeom>
          <a:solidFill>
            <a:srgbClr val="38BDF8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3"/>
          <p:cNvSpPr/>
          <p:nvPr/>
        </p:nvSpPr>
        <p:spPr>
          <a:xfrm>
            <a:off x="4626471" y="2505670"/>
            <a:ext cx="43160" cy="43160"/>
          </a:xfrm>
          <a:prstGeom prst="ellipse">
            <a:avLst/>
          </a:prstGeom>
          <a:solidFill>
            <a:srgbClr val="38BDF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4"/>
          <p:cNvSpPr/>
          <p:nvPr/>
        </p:nvSpPr>
        <p:spPr>
          <a:xfrm>
            <a:off x="4626471" y="2791420"/>
            <a:ext cx="43160" cy="4316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5"/>
          <p:cNvSpPr/>
          <p:nvPr/>
        </p:nvSpPr>
        <p:spPr>
          <a:xfrm>
            <a:off x="4577060" y="1504950"/>
            <a:ext cx="143470" cy="14347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  <a:effectLst>
            <a:outerShdw blurRad="143510" dist="50800" dir="16200000" algn="bl" rotWithShape="0">
              <a:srgbClr val="000000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6"/>
          <p:cNvSpPr/>
          <p:nvPr/>
        </p:nvSpPr>
        <p:spPr>
          <a:xfrm>
            <a:off x="4577060" y="3290441"/>
            <a:ext cx="143470" cy="14347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  <a:effectLst>
            <a:outerShdw blurRad="86360" dist="50800" dir="16200000" algn="bl" rotWithShape="0">
              <a:srgbClr val="000000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76200"/>
            <a:ext cx="9067800" cy="3542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50000">
                <a:srgbClr val="0EA5E9"/>
              </a:gs>
              <a:gs pos="100000">
                <a:srgbClr val="0284C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gradFill rotWithShape="1">
            <a:gsLst>
              <a:gs pos="0">
                <a:srgbClr val="38BDF8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49213" y="76200"/>
            <a:ext cx="1494787" cy="1428750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" y="4220213"/>
            <a:ext cx="1143000" cy="923287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40361" y="1112490"/>
            <a:ext cx="2857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21081" y="1047452"/>
            <a:ext cx="10601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70140" y="1112490"/>
            <a:ext cx="2857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EA5E9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3515" y="1283940"/>
            <a:ext cx="1870561" cy="409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23"/>
              </a:lnSpc>
              <a:buNone/>
            </a:pPr>
            <a:r>
              <a:rPr lang="en-US" sz="293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2147441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8BDF8">
                <a:alpha val="12000"/>
              </a:srgbClr>
            </a:solidFill>
          </a:ln>
          <a:effectLst>
            <a:outerShdw blurRad="17145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5613" y="2026890"/>
            <a:ext cx="262926" cy="257770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8190" y="2362200"/>
            <a:ext cx="457200" cy="45720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321" y="2505670"/>
            <a:ext cx="171450" cy="1714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98190" y="2860030"/>
            <a:ext cx="1879494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Stroudsburg High School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8190" y="3205460"/>
            <a:ext cx="2191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Diploma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8616" y="3491210"/>
            <a:ext cx="976560" cy="258961"/>
          </a:xfrm>
          <a:prstGeom prst="roundRect">
            <a:avLst>
              <a:gd name="adj" fmla="val 3874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100330" tIns="29210" rIns="100330" bIns="2921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48000" y="3148310"/>
            <a:ext cx="45720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505200" y="2147441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8BDF8">
                <a:alpha val="12000"/>
              </a:srgbClr>
            </a:solidFill>
          </a:ln>
          <a:effectLst>
            <a:outerShdw blurRad="17145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738813" y="2026890"/>
            <a:ext cx="262926" cy="257770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41390" y="2362200"/>
            <a:ext cx="457200" cy="45720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3521" y="2505670"/>
            <a:ext cx="171450" cy="1714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41390" y="2860030"/>
            <a:ext cx="1879494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Northampton Community College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741390" y="3205460"/>
            <a:ext cx="202690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Studies &amp; Technology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731816" y="3491210"/>
            <a:ext cx="976560" cy="258961"/>
          </a:xfrm>
          <a:prstGeom prst="roundRect">
            <a:avLst>
              <a:gd name="adj" fmla="val 38743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100330" tIns="29210" rIns="100330" bIns="2921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791200" y="3148310"/>
            <a:ext cx="45720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248400" y="2147441"/>
            <a:ext cx="22860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8BDF8">
                <a:alpha val="30000"/>
              </a:srgbClr>
            </a:solidFill>
          </a:ln>
          <a:effectLst>
            <a:outerShdw blurRad="171450" dist="50800" dir="162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482013" y="2026890"/>
            <a:ext cx="262926" cy="257770"/>
          </a:xfrm>
          <a:prstGeom prst="ellipse">
            <a:avLst/>
          </a:prstGeom>
          <a:gradFill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  <a:effectLst>
            <a:outerShdw blurRad="86360" dist="50800" dir="16200000" algn="bl" rotWithShape="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84590" y="2362200"/>
            <a:ext cx="457200" cy="457200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6721" y="2505670"/>
            <a:ext cx="171450" cy="1714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84590" y="2961680"/>
            <a:ext cx="2026905" cy="203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BloomTech (Bloom Institute)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84590" y="3205460"/>
            <a:ext cx="21917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 Development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472730" y="3491210"/>
            <a:ext cx="1209732" cy="258961"/>
          </a:xfrm>
          <a:prstGeom prst="roundRect">
            <a:avLst>
              <a:gd name="adj" fmla="val 38743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0EA5E9">
                  <a:alpha val="15000"/>
                </a:srgbClr>
              </a:gs>
            </a:gsLst>
            <a:lin ang="2700000" scaled="1"/>
          </a:gradFill>
          <a:ln/>
        </p:spPr>
        <p:txBody>
          <a:bodyPr wrap="none" lIns="100330" tIns="29210" rIns="100330" bIns="2921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419100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598140"/>
            <a:ext cx="9052560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buNone/>
            </a:pPr>
            <a:r>
              <a:rPr lang="en-US" sz="23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400" y="955030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21920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21920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13906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50" y="1504950"/>
            <a:ext cx="149721" cy="1497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850" y="1861691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Entry &amp; Database Management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850" y="2062460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Fast,accuratekeyboarding and data processing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26011" y="121920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26011" y="121920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97461" y="13906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1761" y="1504950"/>
            <a:ext cx="149721" cy="14972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461" y="1861691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Office Suite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97461" y="2062460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Outlook, PowerPoint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0110" y="121920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120110" y="121920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91560" y="13906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5860" y="1504950"/>
            <a:ext cx="149721" cy="14972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91560" y="1861691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Adobe Creative Cloud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91560" y="2062460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Pro, Photoshop, Illustrator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33400" y="259839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33400" y="259839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04850" y="276984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2884140"/>
            <a:ext cx="149721" cy="1497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850" y="3241030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Coding Fundamentals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4850" y="3440311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C#, HTML/CSS,Python, C++, Java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326011" y="259839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326011" y="259839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3497461" y="276984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1761" y="2884140"/>
            <a:ext cx="149721" cy="14972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497461" y="3241030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Cleaning &amp; Analysis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497461" y="3440311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data validation, duplicate removal, formatting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120110" y="2598390"/>
            <a:ext cx="2642741" cy="1229320"/>
          </a:xfrm>
          <a:prstGeom prst="roundRect">
            <a:avLst>
              <a:gd name="adj" fmla="val 9298"/>
            </a:avLst>
          </a:prstGeom>
          <a:solidFill>
            <a:srgbClr val="1E293B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6120110" y="2598390"/>
            <a:ext cx="2642741" cy="21580"/>
          </a:xfrm>
          <a:prstGeom prst="rect">
            <a:avLst/>
          </a:prstGeom>
          <a:gradFill rotWithShape="1">
            <a:gsLst>
              <a:gs pos="0">
                <a:srgbClr val="38BDF8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291560" y="276984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860" y="2884140"/>
            <a:ext cx="149721" cy="149721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291560" y="3241030"/>
            <a:ext cx="25298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6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File Management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291560" y="3440311"/>
            <a:ext cx="2529825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5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Organization, cloud storage, workflow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05700" y="76200"/>
            <a:ext cx="1638300" cy="1428750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" y="4220213"/>
            <a:ext cx="1143000" cy="923287"/>
          </a:xfrm>
          <a:prstGeom prst="ellipse">
            <a:avLst/>
          </a:prstGeom>
          <a:solidFill>
            <a:srgbClr val="38BDF8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76191" y="540990"/>
            <a:ext cx="2857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00118" y="474762"/>
            <a:ext cx="16973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34310" y="540990"/>
            <a:ext cx="285750" cy="13841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-129540" y="669280"/>
            <a:ext cx="9555480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14"/>
              </a:lnSpc>
              <a:buNone/>
            </a:pPr>
            <a:r>
              <a:rPr lang="en-US" sz="236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Professional 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270" y="1362670"/>
            <a:ext cx="1929110" cy="1857970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blurRad="2159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270" y="1362670"/>
            <a:ext cx="192911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1461" y="1534120"/>
            <a:ext cx="400050" cy="40005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090" y="1662410"/>
            <a:ext cx="149721" cy="1497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1815" y="2033141"/>
            <a:ext cx="212202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25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1815" y="2406551"/>
            <a:ext cx="2122021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1815" y="2635448"/>
            <a:ext cx="212202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Accuracy-focused in all tasks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2820" y="1362670"/>
            <a:ext cx="1929110" cy="1857970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blurRad="2159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562820" y="1362670"/>
            <a:ext cx="192911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26011" y="1534120"/>
            <a:ext cx="400050" cy="40005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5640" y="1662410"/>
            <a:ext cx="149721" cy="1497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66365" y="2033141"/>
            <a:ext cx="212202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25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66365" y="2406551"/>
            <a:ext cx="2122021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466365" y="2635448"/>
            <a:ext cx="212202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deadlines consistently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77370" y="1362670"/>
            <a:ext cx="1929110" cy="1857970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blurRad="2159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677370" y="1362670"/>
            <a:ext cx="192911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40561" y="1534120"/>
            <a:ext cx="400050" cy="40005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0190" y="1662410"/>
            <a:ext cx="149721" cy="14972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580915" y="2033141"/>
            <a:ext cx="212202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25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80915" y="2406551"/>
            <a:ext cx="2122021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580915" y="2635448"/>
            <a:ext cx="212202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in diverse teams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791920" y="1362670"/>
            <a:ext cx="1929110" cy="1857970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/>
          <a:effectLst>
            <a:outerShdw blurRad="2159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791920" y="1362670"/>
            <a:ext cx="192911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7555111" y="1534120"/>
            <a:ext cx="400050" cy="400050"/>
          </a:xfrm>
          <a:prstGeom prst="ellipse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0EA5E9">
                  <a:alpha val="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4740" y="1662410"/>
            <a:ext cx="149721" cy="14972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695465" y="2033141"/>
            <a:ext cx="212202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80"/>
              </a:lnSpc>
              <a:buNone/>
            </a:pPr>
            <a:r>
              <a:rPr lang="en-US" sz="225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Analytical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695465" y="2406551"/>
            <a:ext cx="2122021" cy="18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695465" y="2635448"/>
            <a:ext cx="2122021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6"/>
              </a:lnSpc>
              <a:buNone/>
            </a:pPr>
            <a:r>
              <a:rPr lang="en-US" sz="79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solutions under pressure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90550" y="4770090"/>
            <a:ext cx="3957191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38BDF8">
                  <a:alpha val="2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3311" y="4712940"/>
            <a:ext cx="135880" cy="135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748510" y="4770090"/>
            <a:ext cx="3957191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84115" y="147191"/>
            <a:ext cx="9665821" cy="429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80"/>
              </a:lnSpc>
              <a:buNone/>
            </a:pPr>
            <a:r>
              <a:rPr lang="en-US" sz="23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Proficiency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47691" y="590550"/>
            <a:ext cx="100072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754261"/>
            <a:ext cx="4143970" cy="4215110"/>
          </a:xfrm>
          <a:prstGeom prst="roundRect">
            <a:avLst>
              <a:gd name="adj" fmla="val 2758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950" y="754261"/>
            <a:ext cx="414397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38BDF8"/>
              </a:gs>
              <a:gs pos="100000">
                <a:srgbClr val="38BDF8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0990" y="919460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961" y="1019770"/>
            <a:ext cx="143470" cy="1434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8871" y="933450"/>
            <a:ext cx="2358092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Productivity &amp; Data Tools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8871" y="1134070"/>
            <a:ext cx="235809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&amp; Data Management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700" y="148322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91170" y="14260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98050" y="14260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7700" y="16624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7700" y="1662410"/>
            <a:ext cx="328672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7700" y="188327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91170" y="18261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98050" y="18261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Int-Advanced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7700" y="20624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7700" y="2062460"/>
            <a:ext cx="278636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47700" y="228332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91170" y="22261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Outlook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98050" y="22261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7700" y="24625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47700" y="2462510"/>
            <a:ext cx="321424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7700" y="268337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91170" y="26262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98050" y="26262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7700" y="28625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47700" y="2862560"/>
            <a:ext cx="321424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47700" y="308342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91170" y="30262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Software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498050" y="30262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7700" y="32626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47700" y="3262610"/>
            <a:ext cx="285750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47700" y="348347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791170" y="34263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498050" y="34263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7700" y="36626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47700" y="3662660"/>
            <a:ext cx="267831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47700" y="388352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91170" y="38263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498050" y="38263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47700" y="40627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47700" y="4062710"/>
            <a:ext cx="214372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7700" y="428357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791170" y="42264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3498050" y="42264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47700" y="44627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47700" y="4462760"/>
            <a:ext cx="267831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640461" y="862310"/>
            <a:ext cx="13841" cy="400050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791670" y="754261"/>
            <a:ext cx="4143970" cy="4215110"/>
          </a:xfrm>
          <a:prstGeom prst="roundRect">
            <a:avLst>
              <a:gd name="adj" fmla="val 2758"/>
            </a:avLst>
          </a:prstGeom>
          <a:solidFill>
            <a:srgbClr val="1E293B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791670" y="754261"/>
            <a:ext cx="4143970" cy="29170"/>
          </a:xfrm>
          <a:prstGeom prst="roundRect">
            <a:avLst>
              <a:gd name="adj" fmla="val 391841"/>
            </a:avLst>
          </a:prstGeom>
          <a:gradFill rotWithShape="1">
            <a:gsLst>
              <a:gs pos="0">
                <a:srgbClr val="F472B6"/>
              </a:gs>
              <a:gs pos="100000">
                <a:srgbClr val="F472B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969371" y="919460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F472B6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9830" y="1019770"/>
            <a:ext cx="143470" cy="14347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398740" y="933450"/>
            <a:ext cx="251460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Creative &amp; Development Tools</a:t>
            </a:r>
            <a:endParaRPr lang="en-US" sz="1200" dirty="0"/>
          </a:p>
        </p:txBody>
      </p:sp>
      <p:sp>
        <p:nvSpPr>
          <p:cNvPr id="57" name="Text 53"/>
          <p:cNvSpPr/>
          <p:nvPr/>
        </p:nvSpPr>
        <p:spPr>
          <a:xfrm>
            <a:off x="5398740" y="1134070"/>
            <a:ext cx="2514600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Creative Cloud &amp; Coding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5077420" y="1483221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219700" y="14260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Premiere Pro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7927771" y="14260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F472B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200" dirty="0"/>
          </a:p>
        </p:txBody>
      </p:sp>
      <p:sp>
        <p:nvSpPr>
          <p:cNvPr id="61" name="Text 57"/>
          <p:cNvSpPr/>
          <p:nvPr/>
        </p:nvSpPr>
        <p:spPr>
          <a:xfrm>
            <a:off x="5077420" y="16624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077420" y="1662410"/>
            <a:ext cx="285750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472B6"/>
              </a:gs>
              <a:gs pos="100000">
                <a:srgbClr val="F9A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077420" y="1883271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5219700" y="18261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Photoshop</a:t>
            </a:r>
            <a:endParaRPr lang="en-US" sz="1200" dirty="0"/>
          </a:p>
        </p:txBody>
      </p:sp>
      <p:sp>
        <p:nvSpPr>
          <p:cNvPr id="65" name="Text 61"/>
          <p:cNvSpPr/>
          <p:nvPr/>
        </p:nvSpPr>
        <p:spPr>
          <a:xfrm>
            <a:off x="7927771" y="18261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F472B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5077420" y="20624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5077420" y="2062460"/>
            <a:ext cx="278636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472B6"/>
              </a:gs>
              <a:gs pos="100000">
                <a:srgbClr val="F9A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5077420" y="2283321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5219700" y="22261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Illustrator</a:t>
            </a:r>
            <a:endParaRPr lang="en-US" sz="1200" dirty="0"/>
          </a:p>
        </p:txBody>
      </p:sp>
      <p:sp>
        <p:nvSpPr>
          <p:cNvPr id="70" name="Text 66"/>
          <p:cNvSpPr/>
          <p:nvPr/>
        </p:nvSpPr>
        <p:spPr>
          <a:xfrm>
            <a:off x="7927771" y="22261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F472B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5077420" y="24625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5077420" y="2462510"/>
            <a:ext cx="267831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472B6"/>
              </a:gs>
              <a:gs pos="100000">
                <a:srgbClr val="F9A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5077420" y="2683371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5219700" y="26262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Creative Cloud</a:t>
            </a:r>
            <a:endParaRPr lang="en-US" sz="1200" dirty="0"/>
          </a:p>
        </p:txBody>
      </p:sp>
      <p:sp>
        <p:nvSpPr>
          <p:cNvPr id="75" name="Text 71"/>
          <p:cNvSpPr/>
          <p:nvPr/>
        </p:nvSpPr>
        <p:spPr>
          <a:xfrm>
            <a:off x="7927771" y="26262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F472B6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200" dirty="0"/>
          </a:p>
        </p:txBody>
      </p:sp>
      <p:sp>
        <p:nvSpPr>
          <p:cNvPr id="76" name="Text 72"/>
          <p:cNvSpPr/>
          <p:nvPr/>
        </p:nvSpPr>
        <p:spPr>
          <a:xfrm>
            <a:off x="5077420" y="28625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5077420" y="2862560"/>
            <a:ext cx="271522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472B6"/>
              </a:gs>
              <a:gs pos="100000">
                <a:srgbClr val="F9A8D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5077420" y="3083421"/>
            <a:ext cx="57150" cy="57150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5219700" y="302627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HTML / CSS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7927771" y="302627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81" name="Text 77"/>
          <p:cNvSpPr/>
          <p:nvPr/>
        </p:nvSpPr>
        <p:spPr>
          <a:xfrm>
            <a:off x="5077420" y="326261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5077420" y="3262610"/>
            <a:ext cx="214372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A78BFA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9"/>
          <p:cNvSpPr/>
          <p:nvPr/>
        </p:nvSpPr>
        <p:spPr>
          <a:xfrm>
            <a:off x="5077420" y="3483471"/>
            <a:ext cx="57150" cy="57150"/>
          </a:xfrm>
          <a:prstGeom prst="ellipse">
            <a:avLst/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5219700" y="3426321"/>
            <a:ext cx="26724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Unity Basics</a:t>
            </a:r>
            <a:endParaRPr lang="en-US" sz="1200" dirty="0"/>
          </a:p>
        </p:txBody>
      </p:sp>
      <p:sp>
        <p:nvSpPr>
          <p:cNvPr id="85" name="Text 81"/>
          <p:cNvSpPr/>
          <p:nvPr/>
        </p:nvSpPr>
        <p:spPr>
          <a:xfrm>
            <a:off x="7927771" y="3426321"/>
            <a:ext cx="729270" cy="185291"/>
          </a:xfrm>
          <a:prstGeom prst="roundRect">
            <a:avLst>
              <a:gd name="adj" fmla="val 50035"/>
            </a:avLst>
          </a:prstGeom>
          <a:solidFill>
            <a:srgbClr val="A78BFA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86" name="Text 82"/>
          <p:cNvSpPr/>
          <p:nvPr/>
        </p:nvSpPr>
        <p:spPr>
          <a:xfrm>
            <a:off x="5077420" y="3662660"/>
            <a:ext cx="3572470" cy="43160"/>
          </a:xfrm>
          <a:prstGeom prst="roundRect">
            <a:avLst>
              <a:gd name="adj" fmla="val 50023"/>
            </a:avLst>
          </a:prstGeom>
          <a:solidFill>
            <a:srgbClr val="94A3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5077420" y="3662660"/>
            <a:ext cx="1607790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A78BFA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76200"/>
            <a:ext cx="43160" cy="506730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50000">
                <a:srgbClr val="0EA5E9"/>
              </a:gs>
              <a:gs pos="100000">
                <a:srgbClr val="0284C7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99020" y="76200"/>
            <a:ext cx="1714500" cy="1292860"/>
          </a:xfrm>
          <a:prstGeom prst="ellipse">
            <a:avLst/>
          </a:prstGeom>
          <a:gradFill rotWithShape="1">
            <a:gsLst>
              <a:gs pos="0">
                <a:srgbClr val="38BDF8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83871" y="3512790"/>
            <a:ext cx="1714500" cy="128647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26871" y="1154311"/>
            <a:ext cx="857250" cy="2143720"/>
          </a:xfrm>
          <a:prstGeom prst="rect">
            <a:avLst/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550" y="247650"/>
            <a:ext cx="9438099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8"/>
              </a:lnSpc>
            </a:pPr>
            <a:r>
              <a:rPr lang="en-US" sz="2450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Why </a:t>
            </a:r>
            <a:r>
              <a:rPr lang="en-US" sz="2450" dirty="0">
                <a:solidFill>
                  <a:srgbClr val="0EA5E9"/>
                </a:solidFill>
                <a:latin typeface="Calibri Light"/>
                <a:ea typeface="Calibri Light"/>
                <a:cs typeface="Calibri Light"/>
              </a:rPr>
              <a:t>Data Entry</a:t>
            </a:r>
            <a:r>
              <a:rPr lang="en-US" sz="2450" dirty="0">
                <a:solidFill>
                  <a:srgbClr val="0F172A"/>
                </a:solidFill>
                <a:latin typeface="Calibri Light"/>
                <a:ea typeface="Calibri Light"/>
                <a:cs typeface="Calibri Light"/>
              </a:rPr>
              <a:t>?</a:t>
            </a:r>
            <a:endParaRPr lang="en-US" sz="245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5290" y="619720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840" y="791170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1541" y="897880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DCFCE7"/>
              </a:gs>
              <a:gs pos="100000">
                <a:srgbClr val="BBF7D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010" y="982861"/>
            <a:ext cx="185291" cy="1852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1220" y="982563"/>
            <a:ext cx="41643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my</a:t>
            </a: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detail-oriented and methodical</a:t>
            </a: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 style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3840" y="1490960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1541" y="1597521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DBEAFE"/>
              </a:gs>
              <a:gs pos="100000">
                <a:srgbClr val="BFDB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010" y="1683990"/>
            <a:ext cx="185291" cy="1852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91220" y="1683693"/>
            <a:ext cx="47148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</a:t>
            </a: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accuracy skills</a:t>
            </a: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high-volume UPS operations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3840" y="2190750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61541" y="2297311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FCE7F3"/>
              </a:gs>
              <a:gs pos="100000">
                <a:srgbClr val="FBCFE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010" y="2383780"/>
            <a:ext cx="185291" cy="1852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91220" y="2383482"/>
            <a:ext cx="486434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 a growing</a:t>
            </a: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career in data management</a:t>
            </a: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analytics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3840" y="2890391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61541" y="2998440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010" y="3083421"/>
            <a:ext cx="185291" cy="1852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91220" y="3083123"/>
            <a:ext cx="359165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opportunities</a:t>
            </a: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 with career goals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3840" y="3591520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61541" y="3698230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010" y="3783211"/>
            <a:ext cx="185291" cy="1852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91220" y="3782913"/>
            <a:ext cx="411831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in</a:t>
            </a: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accelerates productivity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83840" y="4291310"/>
            <a:ext cx="7500491" cy="571500"/>
          </a:xfrm>
          <a:prstGeom prst="roundRect">
            <a:avLst>
              <a:gd name="adj" fmla="val 16222"/>
            </a:avLst>
          </a:prstGeom>
          <a:solidFill>
            <a:srgbClr val="FFFFFF"/>
          </a:solidFill>
          <a:ln w="9525">
            <a:solidFill>
              <a:srgbClr val="38BDF8">
                <a:alpha val="10000"/>
              </a:srgbClr>
            </a:solidFill>
          </a:ln>
          <a:effectLst>
            <a:outerShdw blurRad="29210" dist="50800" dir="162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61541" y="4397871"/>
            <a:ext cx="356741" cy="356741"/>
          </a:xfrm>
          <a:prstGeom prst="roundRect">
            <a:avLst>
              <a:gd name="adj" fmla="val 24208"/>
            </a:avLst>
          </a:prstGeom>
          <a:gradFill rotWithShape="1">
            <a:gsLst>
              <a:gs pos="0">
                <a:srgbClr val="FEF3C7"/>
              </a:gs>
              <a:gs pos="100000">
                <a:srgbClr val="FDE68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334" y="4506664"/>
            <a:ext cx="139005" cy="13900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91220" y="4484043"/>
            <a:ext cx="449550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5"/>
              </a:lnSpc>
              <a:buNone/>
            </a:pPr>
            <a:r>
              <a:rPr lang="en-US" sz="101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of 41 WPM</a:t>
            </a:r>
            <a:r>
              <a:rPr lang="en-US" sz="10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excellent accuracy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625376"/>
            <a:ext cx="8641080" cy="3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2"/>
              </a:lnSpc>
              <a:spcAft>
                <a:spcPts val="560"/>
              </a:spcAft>
              <a:buNone/>
            </a:pPr>
            <a:r>
              <a:rPr lang="en-US" sz="2480" dirty="0">
                <a:solidFill>
                  <a:srgbClr val="E8E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Projects</a:t>
            </a:r>
            <a:endParaRPr lang="en-US" sz="2480" dirty="0"/>
          </a:p>
        </p:txBody>
      </p:sp>
      <p:sp>
        <p:nvSpPr>
          <p:cNvPr id="4" name="Text 2"/>
          <p:cNvSpPr/>
          <p:nvPr/>
        </p:nvSpPr>
        <p:spPr>
          <a:xfrm>
            <a:off x="457200" y="1058466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 of my data and programming skills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457200" y="1526977"/>
            <a:ext cx="3825180" cy="3273623"/>
          </a:xfrm>
          <a:prstGeom prst="roundRect">
            <a:avLst>
              <a:gd name="adj" fmla="val 3492"/>
            </a:avLst>
          </a:prstGeom>
          <a:solidFill>
            <a:srgbClr val="1A1F28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4495" y="1822252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36D399">
              <a:alpha val="15000"/>
            </a:srgbClr>
          </a:solidFill>
          <a:ln w="9525">
            <a:solidFill>
              <a:srgbClr val="36D399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213" y="1946970"/>
            <a:ext cx="150465" cy="150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4495" y="2393752"/>
            <a:ext cx="361964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Cleaning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724495" y="2629942"/>
            <a:ext cx="361964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36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853976" y="2912418"/>
            <a:ext cx="2674218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organized a real-world sales dataset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724495" y="2961829"/>
            <a:ext cx="43160" cy="43160"/>
          </a:xfrm>
          <a:prstGeom prst="ellipse">
            <a:avLst/>
          </a:prstGeom>
          <a:solidFill>
            <a:srgbClr val="36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3976" y="3178373"/>
            <a:ext cx="264033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and standardized formatting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724495" y="3227784"/>
            <a:ext cx="43160" cy="43160"/>
          </a:xfrm>
          <a:prstGeom prst="ellipse">
            <a:avLst/>
          </a:prstGeom>
          <a:solidFill>
            <a:srgbClr val="36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3976" y="3444329"/>
            <a:ext cx="212022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accuracy and readability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724495" y="3493740"/>
            <a:ext cx="43160" cy="43160"/>
          </a:xfrm>
          <a:prstGeom prst="ellipse">
            <a:avLst/>
          </a:prstGeom>
          <a:solidFill>
            <a:srgbClr val="36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68130" y="1526977"/>
            <a:ext cx="7590" cy="3273623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FFFFF">
                  <a:alpha val="7000"/>
                </a:srgbClr>
              </a:gs>
              <a:gs pos="80000">
                <a:srgbClr val="FFFFFF">
                  <a:alpha val="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61471" y="1526977"/>
            <a:ext cx="3825329" cy="3273623"/>
          </a:xfrm>
          <a:prstGeom prst="roundRect">
            <a:avLst>
              <a:gd name="adj" fmla="val 3492"/>
            </a:avLst>
          </a:prstGeom>
          <a:solidFill>
            <a:srgbClr val="1A1F28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28766" y="1822252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4F8CFF">
              <a:alpha val="15000"/>
            </a:srgbClr>
          </a:solidFill>
          <a:ln w="9525">
            <a:solidFill>
              <a:srgbClr val="4F8CFF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3484" y="1946970"/>
            <a:ext cx="150465" cy="1504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8766" y="2393752"/>
            <a:ext cx="361981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40" b="1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Organizer Script</a:t>
            </a:r>
            <a:endParaRPr lang="en-US" sz="1240" dirty="0"/>
          </a:p>
        </p:txBody>
      </p:sp>
      <p:sp>
        <p:nvSpPr>
          <p:cNvPr id="21" name="Text 17"/>
          <p:cNvSpPr/>
          <p:nvPr/>
        </p:nvSpPr>
        <p:spPr>
          <a:xfrm>
            <a:off x="5128766" y="2629942"/>
            <a:ext cx="36198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5258246" y="2912418"/>
            <a:ext cx="2822540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 of files by category and extension</a:t>
            </a:r>
            <a:endParaRPr lang="en-US" sz="870" dirty="0"/>
          </a:p>
        </p:txBody>
      </p:sp>
      <p:sp>
        <p:nvSpPr>
          <p:cNvPr id="23" name="Text 19"/>
          <p:cNvSpPr/>
          <p:nvPr/>
        </p:nvSpPr>
        <p:spPr>
          <a:xfrm>
            <a:off x="5128766" y="2961829"/>
            <a:ext cx="43160" cy="43160"/>
          </a:xfrm>
          <a:prstGeom prst="ellipse">
            <a:avLst/>
          </a:prstGeom>
          <a:solidFill>
            <a:srgbClr val="4F8C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258246" y="3178373"/>
            <a:ext cx="1877273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organization time</a:t>
            </a:r>
            <a:endParaRPr lang="en-US" sz="870" dirty="0"/>
          </a:p>
        </p:txBody>
      </p:sp>
      <p:sp>
        <p:nvSpPr>
          <p:cNvPr id="25" name="Text 21"/>
          <p:cNvSpPr/>
          <p:nvPr/>
        </p:nvSpPr>
        <p:spPr>
          <a:xfrm>
            <a:off x="5128766" y="3227784"/>
            <a:ext cx="43160" cy="43160"/>
          </a:xfrm>
          <a:prstGeom prst="ellipse">
            <a:avLst/>
          </a:prstGeom>
          <a:solidFill>
            <a:srgbClr val="4F8C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258246" y="3444329"/>
            <a:ext cx="2516073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7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Utilized Python scripting for workflow efficiency</a:t>
            </a:r>
            <a:endParaRPr lang="en-US" sz="870" dirty="0"/>
          </a:p>
        </p:txBody>
      </p:sp>
      <p:sp>
        <p:nvSpPr>
          <p:cNvPr id="27" name="Text 23"/>
          <p:cNvSpPr/>
          <p:nvPr/>
        </p:nvSpPr>
        <p:spPr>
          <a:xfrm>
            <a:off x="5128766" y="3493740"/>
            <a:ext cx="43160" cy="43160"/>
          </a:xfrm>
          <a:prstGeom prst="ellipse">
            <a:avLst/>
          </a:prstGeom>
          <a:solidFill>
            <a:srgbClr val="4F8CF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66725" y="1536502"/>
            <a:ext cx="3806133" cy="21580"/>
          </a:xfrm>
          <a:custGeom>
            <a:avLst/>
            <a:gdLst/>
            <a:ahLst/>
            <a:cxnLst/>
            <a:rect l="l" t="t" r="r" b="b"/>
            <a:pathLst>
              <a:path w="3806133" h="21580">
                <a:moveTo>
                  <a:pt x="114300" y="0"/>
                </a:moveTo>
                <a:lnTo>
                  <a:pt x="3691833" y="0"/>
                </a:lnTo>
                <a:lnTo>
                  <a:pt x="3716518" y="2698"/>
                </a:lnTo>
                <a:lnTo>
                  <a:pt x="3726534" y="5395"/>
                </a:lnTo>
                <a:lnTo>
                  <a:pt x="3734076" y="8093"/>
                </a:lnTo>
                <a:lnTo>
                  <a:pt x="3740311" y="10790"/>
                </a:lnTo>
                <a:lnTo>
                  <a:pt x="3745697" y="13488"/>
                </a:lnTo>
                <a:lnTo>
                  <a:pt x="3750467" y="16185"/>
                </a:lnTo>
                <a:lnTo>
                  <a:pt x="3754761" y="18883"/>
                </a:lnTo>
                <a:lnTo>
                  <a:pt x="3758672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36D399"/>
              </a:gs>
              <a:gs pos="100000">
                <a:srgbClr val="36D399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870996" y="1536502"/>
            <a:ext cx="3806276" cy="21580"/>
          </a:xfrm>
          <a:custGeom>
            <a:avLst/>
            <a:gdLst/>
            <a:ahLst/>
            <a:cxnLst/>
            <a:rect l="l" t="t" r="r" b="b"/>
            <a:pathLst>
              <a:path w="3806276" h="21580">
                <a:moveTo>
                  <a:pt x="114300" y="0"/>
                </a:moveTo>
                <a:lnTo>
                  <a:pt x="3691976" y="0"/>
                </a:lnTo>
                <a:lnTo>
                  <a:pt x="3716661" y="2698"/>
                </a:lnTo>
                <a:lnTo>
                  <a:pt x="3726677" y="5395"/>
                </a:lnTo>
                <a:lnTo>
                  <a:pt x="3734219" y="8093"/>
                </a:lnTo>
                <a:lnTo>
                  <a:pt x="3740454" y="10790"/>
                </a:lnTo>
                <a:lnTo>
                  <a:pt x="3745840" y="13488"/>
                </a:lnTo>
                <a:lnTo>
                  <a:pt x="3750610" y="16185"/>
                </a:lnTo>
                <a:lnTo>
                  <a:pt x="3754904" y="18883"/>
                </a:lnTo>
                <a:lnTo>
                  <a:pt x="3758815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4F8CFF"/>
              </a:gs>
              <a:gs pos="100000">
                <a:srgbClr val="4F8CFF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76200"/>
            <a:ext cx="2857500" cy="250061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62700" y="3077213"/>
            <a:ext cx="2781300" cy="2066287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440680"/>
            <a:ext cx="35421" cy="285750"/>
          </a:xfrm>
          <a:prstGeom prst="roundRect">
            <a:avLst>
              <a:gd name="adj" fmla="val 39440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3121" y="486179"/>
            <a:ext cx="1895130" cy="377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236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Career Goals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8191" y="490091"/>
            <a:ext cx="135880" cy="135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7380" y="490984"/>
            <a:ext cx="526658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79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3121" y="775841"/>
            <a:ext cx="352878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path from data entry professional to tech entrepreneur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4441" y="2862560"/>
            <a:ext cx="7287220" cy="21580"/>
          </a:xfrm>
          <a:prstGeom prst="rect">
            <a:avLst/>
          </a:prstGeom>
          <a:gradFill rotWithShape="1">
            <a:gsLst>
              <a:gs pos="0">
                <a:srgbClr val="38BDF8"/>
              </a:gs>
              <a:gs pos="50000">
                <a:srgbClr val="38BDF8">
                  <a:alpha val="40000"/>
                </a:srgbClr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90141" y="2683371"/>
            <a:ext cx="372070" cy="372070"/>
          </a:xfrm>
          <a:prstGeom prst="ellipse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90141" y="2683371"/>
            <a:ext cx="372070" cy="372070"/>
          </a:xfrm>
          <a:prstGeom prst="ellipse">
            <a:avLst/>
          </a:prstGeom>
          <a:solidFill>
            <a:srgbClr val="38BDF8"/>
          </a:solidFill>
          <a:ln/>
          <a:effectLst>
            <a:outerShdw blurRad="171450" dist="50800" dir="16200000" algn="bl" rotWithShape="0">
              <a:srgbClr val="38BDF8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180" y="2805410"/>
            <a:ext cx="135880" cy="135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9965" y="1469380"/>
            <a:ext cx="34641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69330" y="2541240"/>
            <a:ext cx="13841" cy="143470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55240" y="1648420"/>
            <a:ext cx="1643360" cy="882968"/>
          </a:xfrm>
          <a:prstGeom prst="roundRect">
            <a:avLst>
              <a:gd name="adj" fmla="val 9781"/>
            </a:avLst>
          </a:prstGeom>
          <a:solidFill>
            <a:srgbClr val="1E293B"/>
          </a:solidFill>
          <a:ln w="9525">
            <a:solidFill>
              <a:srgbClr val="38BDF8">
                <a:alpha val="40000"/>
              </a:srgbClr>
            </a:solidFill>
          </a:ln>
          <a:effectLst>
            <a:outerShdw blurRad="171450" dist="50800" dir="16200000" algn="bl" rotWithShape="0">
              <a:srgbClr val="000000">
                <a:alpha val="30000"/>
              </a:srgbClr>
            </a:outerShdw>
          </a:effectLst>
        </p:spPr>
        <p:txBody>
          <a:bodyPr wrap="square" lIns="128270" tIns="128270" rIns="128270" bIns="12827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data entry role and build professional experience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962870" y="2683371"/>
            <a:ext cx="372070" cy="37207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3421" y="2805410"/>
            <a:ext cx="135880" cy="135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140571" y="3077170"/>
            <a:ext cx="13841" cy="143470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2715205" y="3254871"/>
            <a:ext cx="86472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326630" y="3434060"/>
            <a:ext cx="1643360" cy="882968"/>
          </a:xfrm>
          <a:prstGeom prst="roundRect">
            <a:avLst>
              <a:gd name="adj" fmla="val 9781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  <a:effectLst>
            <a:outerShdw blurRad="171450" dist="50800" dir="16200000" algn="bl" rotWithShape="0">
              <a:srgbClr val="000000">
                <a:alpha val="30000"/>
              </a:srgbClr>
            </a:outerShdw>
          </a:effectLst>
        </p:spPr>
        <p:txBody>
          <a:bodyPr wrap="square" lIns="128270" tIns="128270" rIns="128270" bIns="12827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BloomTech Full Stack Web Development program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34260" y="2683371"/>
            <a:ext cx="372070" cy="37207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4811" y="2805410"/>
            <a:ext cx="135880" cy="135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89927" y="1469380"/>
            <a:ext cx="66073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211961" y="2541240"/>
            <a:ext cx="13841" cy="143470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397871" y="1648420"/>
            <a:ext cx="1643360" cy="882968"/>
          </a:xfrm>
          <a:prstGeom prst="roundRect">
            <a:avLst>
              <a:gd name="adj" fmla="val 9781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  <a:effectLst>
            <a:outerShdw blurRad="171450" dist="50800" dir="16200000" algn="bl" rotWithShape="0">
              <a:srgbClr val="000000">
                <a:alpha val="30000"/>
              </a:srgbClr>
            </a:outerShdw>
          </a:effectLst>
        </p:spPr>
        <p:txBody>
          <a:bodyPr wrap="square" lIns="128270" tIns="128270" rIns="128270" bIns="12827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to data analyst or data management specialist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105650" y="2683371"/>
            <a:ext cx="372070" cy="372070"/>
          </a:xfrm>
          <a:prstGeom prst="ellipse">
            <a:avLst/>
          </a:prstGeom>
          <a:solidFill>
            <a:srgbClr val="1E293B"/>
          </a:soli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7540" y="2805410"/>
            <a:ext cx="135880" cy="135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84690" y="3077170"/>
            <a:ext cx="13841" cy="143470"/>
          </a:xfrm>
          <a:prstGeom prst="rect">
            <a:avLst/>
          </a:prstGeom>
          <a:solidFill>
            <a:srgbClr val="38BDF8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898451" y="3254871"/>
            <a:ext cx="7864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69261" y="3434060"/>
            <a:ext cx="1643360" cy="882968"/>
          </a:xfrm>
          <a:prstGeom prst="roundRect">
            <a:avLst>
              <a:gd name="adj" fmla="val 9781"/>
            </a:avLst>
          </a:prstGeom>
          <a:solidFill>
            <a:srgbClr val="1E293B"/>
          </a:solidFill>
          <a:ln w="9525">
            <a:solidFill>
              <a:srgbClr val="38BDF8">
                <a:alpha val="15000"/>
              </a:srgbClr>
            </a:solidFill>
          </a:ln>
          <a:effectLst>
            <a:outerShdw blurRad="171450" dist="50800" dir="16200000" algn="bl" rotWithShape="0">
              <a:srgbClr val="000000">
                <a:alpha val="30000"/>
              </a:srgbClr>
            </a:outerShdw>
          </a:effectLst>
        </p:spPr>
        <p:txBody>
          <a:bodyPr wrap="square" lIns="128270" tIns="128270" rIns="128270" bIns="12827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career in software engineering or tech entrepreneurship earning</a:t>
            </a: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55930" y="343406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" y="76200"/>
            <a:ext cx="9067800" cy="50673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76200"/>
            <a:ext cx="9067800" cy="35421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25000">
                <a:srgbClr val="38BDF8"/>
              </a:gs>
              <a:gs pos="50000">
                <a:srgbClr val="7DD3FC"/>
              </a:gs>
              <a:gs pos="75000">
                <a:srgbClr val="38BDF8"/>
              </a:gs>
              <a:gs pos="100000">
                <a:srgbClr val="0EA5E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62700" y="76200"/>
            <a:ext cx="2781300" cy="1856740"/>
          </a:xfrm>
          <a:prstGeom prst="ellipse">
            <a:avLst/>
          </a:prstGeom>
          <a:solidFill>
            <a:srgbClr val="38BDF8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" y="3790950"/>
            <a:ext cx="1643358" cy="1352550"/>
          </a:xfrm>
          <a:prstGeom prst="ellipse">
            <a:avLst/>
          </a:prstGeom>
          <a:solidFill>
            <a:srgbClr val="38BDF8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76691" y="3290441"/>
            <a:ext cx="1428750" cy="1428750"/>
          </a:xfrm>
          <a:prstGeom prst="ellipse">
            <a:avLst/>
          </a:prstGeom>
          <a:solidFill>
            <a:srgbClr val="38BDF8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b="53873"/>
          <a:stretch/>
        </p:blipFill>
        <p:spPr>
          <a:xfrm>
            <a:off x="4204841" y="647700"/>
            <a:ext cx="886420" cy="8864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91358" y="1648420"/>
            <a:ext cx="4714875" cy="378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78"/>
              </a:lnSpc>
              <a:buNone/>
            </a:pPr>
            <a:r>
              <a:rPr lang="en-US" sz="259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Let's</a:t>
            </a:r>
            <a:r>
              <a:rPr lang="en-US" sz="2590" b="1" dirty="0">
                <a:solidFill>
                  <a:srgbClr val="0EA5E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91620" y="2076450"/>
            <a:ext cx="51435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504950" y="2219920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7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to bring precision, dependability, and strong technical expertise to your team.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4070" y="2791420"/>
            <a:ext cx="2171700" cy="642491"/>
          </a:xfrm>
          <a:prstGeom prst="roundRect">
            <a:avLst>
              <a:gd name="adj" fmla="val 156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86360" dist="1397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276350" y="2933700"/>
            <a:ext cx="356741" cy="356741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2911" y="3040261"/>
            <a:ext cx="143470" cy="1434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3550" y="2905720"/>
            <a:ext cx="1571625" cy="1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0" b="1" kern="0" spc="6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733550" y="3061841"/>
            <a:ext cx="1571625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Joshmgab@gmail.com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2350" y="2791420"/>
            <a:ext cx="2171700" cy="642491"/>
          </a:xfrm>
          <a:prstGeom prst="roundRect">
            <a:avLst>
              <a:gd name="adj" fmla="val 156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86360" dist="1397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705820" y="2933700"/>
            <a:ext cx="356741" cy="356741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2530" y="3040261"/>
            <a:ext cx="143470" cy="1434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63020" y="2905720"/>
            <a:ext cx="1571625" cy="1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0" b="1" kern="0" spc="6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163020" y="3061841"/>
            <a:ext cx="1571625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Stroudsburg, PA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91820" y="2791420"/>
            <a:ext cx="2171700" cy="642491"/>
          </a:xfrm>
          <a:prstGeom prst="roundRect">
            <a:avLst>
              <a:gd name="adj" fmla="val 156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86360" dist="1397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134100" y="2933700"/>
            <a:ext cx="356741" cy="356741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661" y="3040261"/>
            <a:ext cx="143470" cy="14347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91300" y="2905720"/>
            <a:ext cx="1571625" cy="1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0" b="1" kern="0" spc="6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591300" y="3061841"/>
            <a:ext cx="1571625" cy="17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upon request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291358" y="3719810"/>
            <a:ext cx="4714875" cy="203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10" b="1" dirty="0">
                <a:solidFill>
                  <a:srgbClr val="0F172A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469005" y="4933950"/>
            <a:ext cx="2358092" cy="1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30" b="1" kern="0" spc="110" dirty="0">
                <a:solidFill>
                  <a:srgbClr val="475569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 MORALES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11</cp:revision>
  <dcterms:created xsi:type="dcterms:W3CDTF">2026-05-01T06:36:57Z</dcterms:created>
  <dcterms:modified xsi:type="dcterms:W3CDTF">2026-05-01T17:11:37Z</dcterms:modified>
</cp:coreProperties>
</file>